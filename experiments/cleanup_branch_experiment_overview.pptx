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a3320eb9fa4d15" /><Relationship Type="http://schemas.openxmlformats.org/officeDocument/2006/relationships/extended-properties" Target="/docProps/app.xml" Id="R37fec60b066c4647" /><Relationship Type="http://schemas.openxmlformats.org/officeDocument/2006/relationships/officeDocument" Target="/ppt/presentation.xml" Id="R14092f33c4e645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d7d1ae1f984ff1"/>
  </p:sldMasterIdLst>
  <p:notesMasterIdLst>
    <p:notesMasterId xmlns:r="http://schemas.openxmlformats.org/officeDocument/2006/relationships" r:id="R5d2fa3774c294c9e"/>
  </p:notesMasterIdLst>
  <p:sldIdLst>
    <p:sldId xmlns:r="http://schemas.openxmlformats.org/officeDocument/2006/relationships" id="256" r:id="Rb684b8a664344c72"/>
    <p:sldId xmlns:r="http://schemas.openxmlformats.org/officeDocument/2006/relationships" id="257" r:id="R2d7db1a97628472f"/>
    <p:sldId xmlns:r="http://schemas.openxmlformats.org/officeDocument/2006/relationships" id="258" r:id="R2e165786e2594516"/>
    <p:sldId xmlns:r="http://schemas.openxmlformats.org/officeDocument/2006/relationships" id="259" r:id="R5b87cab4e1f740b8"/>
    <p:sldId xmlns:r="http://schemas.openxmlformats.org/officeDocument/2006/relationships" id="260" r:id="Ra6b8d03aa6194e76"/>
    <p:sldId xmlns:r="http://schemas.openxmlformats.org/officeDocument/2006/relationships" id="261" r:id="Ra39d2420cd31446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c0d88a8aa74dcf" /><Relationship Type="http://schemas.openxmlformats.org/officeDocument/2006/relationships/slideMaster" Target="/ppt/slideMasters/slideMaster1.xml" Id="Rf4d7d1ae1f984ff1" /><Relationship Type="http://schemas.openxmlformats.org/officeDocument/2006/relationships/notesMaster" Target="/ppt/notesMasters/notesMaster1.xml" Id="R5d2fa3774c294c9e" /><Relationship Type="http://schemas.openxmlformats.org/officeDocument/2006/relationships/presProps" Target="/ppt/presProps.xml" Id="Rd67d15b880644420" /><Relationship Type="http://schemas.openxmlformats.org/officeDocument/2006/relationships/tableStyles" Target="/ppt/tableStyles.xml" Id="Rc321b4720b774d3b" /><Relationship Type="http://schemas.openxmlformats.org/officeDocument/2006/relationships/slide" Target="/ppt/slides/slide1.xml" Id="Rb684b8a664344c72" /><Relationship Type="http://schemas.openxmlformats.org/officeDocument/2006/relationships/slide" Target="/ppt/slides/slide2.xml" Id="R2d7db1a97628472f" /><Relationship Type="http://schemas.openxmlformats.org/officeDocument/2006/relationships/slide" Target="/ppt/slides/slide3.xml" Id="R2e165786e2594516" /><Relationship Type="http://schemas.openxmlformats.org/officeDocument/2006/relationships/slide" Target="/ppt/slides/slide4.xml" Id="R5b87cab4e1f740b8" /><Relationship Type="http://schemas.openxmlformats.org/officeDocument/2006/relationships/slide" Target="/ppt/slides/slide5.xml" Id="Ra6b8d03aa6194e76" /><Relationship Type="http://schemas.openxmlformats.org/officeDocument/2006/relationships/slide" Target="/ppt/slides/slide6.xml" Id="Ra39d2420cd3144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2b0c14c67348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2366f784d64585" /><Relationship Type="http://schemas.openxmlformats.org/officeDocument/2006/relationships/notesMaster" Target="/ppt/notesMasters/notesMaster1.xml" Id="R3ff40de5c56b48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af000f2e0d485c" /><Relationship Type="http://schemas.openxmlformats.org/officeDocument/2006/relationships/notesMaster" Target="/ppt/notesMasters/notesMaster1.xml" Id="Rb1465715ff8f40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25bf6ce2be45eb" /><Relationship Type="http://schemas.openxmlformats.org/officeDocument/2006/relationships/notesMaster" Target="/ppt/notesMasters/notesMaster1.xml" Id="R1fa2bf84329841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5f385fbe5d4b15" /><Relationship Type="http://schemas.openxmlformats.org/officeDocument/2006/relationships/notesMaster" Target="/ppt/notesMasters/notesMaster1.xml" Id="R308dfaa49f7742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c17d7d3e914098" /><Relationship Type="http://schemas.openxmlformats.org/officeDocument/2006/relationships/notesMaster" Target="/ppt/notesMasters/notesMaster1.xml" Id="R272b8f0425af45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42846a4a2b412a" /><Relationship Type="http://schemas.openxmlformats.org/officeDocument/2006/relationships/notesMaster" Target="/ppt/notesMasters/notesMaster1.xml" Id="R5de0e879b8e641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3f4fb54fe649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b2cbf1fdd64039" /><Relationship Type="http://schemas.openxmlformats.org/officeDocument/2006/relationships/slideLayout" Target="/ppt/slideLayouts/slideLayout1.xml" Id="R81ad5faf0ea24c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ad5faf0ea24c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6ab3e48ba248d6" /><Relationship Type="http://schemas.openxmlformats.org/officeDocument/2006/relationships/notesSlide" Target="/ppt/notesSlides/notesSlide1.xml" Id="R77b0c89c3d2049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ef587487134f9a" /><Relationship Type="http://schemas.openxmlformats.org/officeDocument/2006/relationships/notesSlide" Target="/ppt/notesSlides/notesSlide2.xml" Id="R6568150ce63d41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6f7e2d6494375" /><Relationship Type="http://schemas.openxmlformats.org/officeDocument/2006/relationships/notesSlide" Target="/ppt/notesSlides/notesSlide3.xml" Id="R6601083e5f8747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ec68a653f43ec" /><Relationship Type="http://schemas.openxmlformats.org/officeDocument/2006/relationships/notesSlide" Target="/ppt/notesSlides/notesSlide4.xml" Id="Rf45655e95f7249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7242610ec4474d" /><Relationship Type="http://schemas.openxmlformats.org/officeDocument/2006/relationships/notesSlide" Target="/ppt/notesSlides/notesSlide5.xml" Id="R173e52f731964b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9a4fbc366348a7" /><Relationship Type="http://schemas.openxmlformats.org/officeDocument/2006/relationships/notesSlide" Target="/ppt/notesSlides/notesSlide6.xml" Id="R1c9f518c6b2e48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B1AFE1-3FFA-4E0E-BA38-8720216C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Cleanup branch experiment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F1B675-2ED6-4F03-976D-DD73E3F2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Each config chooses which stages run and which data sources train the U-Net.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D8DA0-7B78-435A-9A66-3258E013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1619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0B4905-6283-41FA-8E21-B6A9D4E9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Config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261377-24CB-47D0-8378-E5B344CB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123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JSON recipe says what data and stages to use.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9D7EC8-9415-4733-BE59-73079BC7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19250"/>
            <a:ext cx="1619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C80B3F-0BB2-48A5-882B-61889001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7907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Fit theta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9189E-DD93-49E1-93AE-6210927C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171700"/>
            <a:ext cx="123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BO learns the noise recipe.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8D5928-32CD-4A6D-ACD1-40E2CA48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19250"/>
            <a:ext cx="1619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9D886E-2BB8-4945-A26E-25470A62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907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Generate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0638B3-8AA8-45D9-9ED8-56078D57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71700"/>
            <a:ext cx="123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Make synthetic noisy image/mask pairs.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5E83AD-A3BF-40A0-979A-769142B7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19250"/>
            <a:ext cx="1619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2E8BF5-AECB-47C6-BCA2-C4D6660A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907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Build 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3EC271-8BB1-4225-9C9A-4E37B214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71700"/>
            <a:ext cx="123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Stage the selected training data.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882957-6AFB-42ED-BDE2-04B609FB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19250"/>
            <a:ext cx="1619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9F3BE0-AF48-4191-B7FB-11674531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907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Train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DCB4D2-9149-46CD-BFF3-A504D069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71700"/>
            <a:ext cx="123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Patchify and fine-tune the U-Net.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B474A4-E204-42F6-80B0-DBF367B3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619250"/>
            <a:ext cx="1619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0DFC61-7563-44A2-AEFA-CBAE857A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7907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Evaluate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BC0874-12D3-4929-A9C8-507C99A4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171700"/>
            <a:ext cx="123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Compare models with metrics.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3E617D-3696-4552-B7F7-7733F72B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333625"/>
            <a:ext cx="152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693A8D-C69C-4739-AAF6-33701185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33625"/>
            <a:ext cx="152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7C9D38-AEBF-4A7A-A4C4-720A5098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33625"/>
            <a:ext cx="152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0B1583-BD92-43ED-86E8-17FD8056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33625"/>
            <a:ext cx="152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AF213F-173B-4523-AB0B-4F75197D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33625"/>
            <a:ext cx="152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531E66-3424-4207-A7A5-8D11DCFA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57625"/>
            <a:ext cx="9334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6B3C45-E9D8-4A6D-BF98-402249CC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29075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Main runner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F1AF2F-511F-42AC-82F4-19AFB9E8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10075"/>
            <a:ext cx="895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scripts/run_experiment.py reads one experiment config, runs the requested stages in order, and writes outputs into the run folder: theta, synthetic pairs, staged training data, model, and metrics.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6E1206-6E72-4594-926D-0A67506A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Big idea: the same pipeline runs different data mixtures so the experiments are comparable.</a:t>
            </a:r>
          </a:p>
        </p:txBody>
      </p:sp>
    </p:spTree>
    <p:extLst>
      <p:ext uri="{BB962C8B-B14F-4D97-AF65-F5344CB8AC3E}">
        <p14:creationId xmlns:p14="http://schemas.microsoft.com/office/powerpoint/2010/main" val="13822939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A701DF-6404-4C35-B1F9-B14B9F4A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Experiment 1: clean + synthetic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898E9-FBC5-44F5-BF0B-FA153939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Can BO-generated synthetic noise help without training directly on real noisy images?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CC774-90F2-4F12-BA03-A0998AE4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28612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989A77-A8CD-4DFA-BA7B-8A0A6ABA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290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Uses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62E997-3A3D-4981-8952-21582EB4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29051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Clean image/mask pairs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Reference noisy images only to fit theta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Synthetic noisy pairs for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D591B3-F004-40B4-81A9-30BAC185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3286125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5BFEEC-D8C6-498B-A443-846E3B4F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29075"/>
            <a:ext cx="290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Skips or limits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36F4A2-6C49-47D2-9BAD-ECE5AF06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0075"/>
            <a:ext cx="2905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Real non-clean pairs are not used directly in U-Net training.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504B64-8DB5-4545-8338-81154756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24000"/>
            <a:ext cx="666750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9DFF8F-9D75-473D-87D6-4D1E8F50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954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What happens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049A44-2211-448E-BCEF-7969B69B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76450"/>
            <a:ext cx="6286500" cy="3171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1. noise_fit.py fits theta from clean + reference noisy images.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2. generate_synthetic.py creates synthetic noisy versions of the clean pairs.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3. train_experiment.py trains on clean + synthetic pairs.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4. evaluate_experiment.py scores the trained model.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BCB4DF-E598-4775-BCA6-39025971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Output to compare: model.keras + metrics.json.</a:t>
            </a:r>
          </a:p>
        </p:txBody>
      </p:sp>
    </p:spTree>
    <p:extLst>
      <p:ext uri="{BB962C8B-B14F-4D97-AF65-F5344CB8AC3E}">
        <p14:creationId xmlns:p14="http://schemas.microsoft.com/office/powerpoint/2010/main" val="14561556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70CE6C-5623-4A54-BDAE-E2908DD6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Experiment 2: clean + real noisy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CA406-7F7D-44D4-BE1A-083FB52A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How much does direct real non-clean training data help by itself?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2D6ACB-2850-49E7-9E45-B5ABF7B5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28612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4DA7EF-0CE1-49E0-A057-6B914E33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290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Uses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C9B865-8D39-465C-BB76-C3C043B6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29051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Clean image/mask pairs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Real non-clean image/mask pairs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No synthetic images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7F0227-2D07-4262-93C3-BB82E1FC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3286125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D3A7A0-0F63-4E3E-A6D0-50A87241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29075"/>
            <a:ext cx="290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Skips or limits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49B252-0292-42BF-973B-4B0BC097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0075"/>
            <a:ext cx="2905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No BO fitting.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No synthetic generation.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EDB0E2-EFAE-423C-A800-321F3495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24000"/>
            <a:ext cx="666750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6353CD-2528-4E2A-895D-EE15F2BE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954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What happens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56F4DD-6231-4783-B135-284B3E42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76450"/>
            <a:ext cx="6286500" cy="3171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1. build_training_set.py stages clean + real non-clean pairs.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2. train_experiment.py trains the U-Net on that staged 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3. evaluate_experiment.py scores the trained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This is the simplest direct-data baseline.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66425A-4447-4B17-9568-46D87006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Output to compare: model.keras + metrics.json.</a:t>
            </a:r>
          </a:p>
        </p:txBody>
      </p:sp>
    </p:spTree>
    <p:extLst>
      <p:ext uri="{BB962C8B-B14F-4D97-AF65-F5344CB8AC3E}">
        <p14:creationId xmlns:p14="http://schemas.microsoft.com/office/powerpoint/2010/main" val="18493547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97005D-6B27-448A-B9F1-2C9846D7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Experiment 3: clean + synthetic + real noisy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1C9B98-65DB-4DE8-AD0F-84383A6D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Does the best performance come from combining fake noisy data and real noisy data?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D9C11C-84BE-44BB-91ED-3691C450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28612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40249-E2AD-468A-9D1A-6A883BB4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290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Uses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B110F8-FF4F-4530-A26B-D497FFA4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29051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Clean image/mask pairs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Synthetic BO-noised pairs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Real non-clean image/mask pairs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D78742-8861-46BE-9933-F739F5E3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3286125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37D52E-225D-4F62-8929-73AB0C54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29075"/>
            <a:ext cx="290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Skips or limits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BE3894-A196-4E82-B388-ABECCD84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0075"/>
            <a:ext cx="2905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Nothing major; this is the combined-data experiment.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31F1F9-DC14-4677-9AF0-4BF865D4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24000"/>
            <a:ext cx="666750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9B2ECF-4C65-40D0-8336-321EE977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954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What happens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1E2C61-AFFF-458E-BC2E-B2F4AFBC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76450"/>
            <a:ext cx="6286500" cy="3171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1. noise_fit.py learns theta.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2. generate_synthetic.py creates synthetic noisy pairs.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3. build_training_set.py stages clean + synthetic + real non-clean pairs.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4. training.py fine-tunes the U-Net, then evaluation.py scores 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79BAD7-692F-4A1A-A775-FF66AC0A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Output to compare: model.keras + metrics.json.</a:t>
            </a:r>
          </a:p>
        </p:txBody>
      </p:sp>
    </p:spTree>
    <p:extLst>
      <p:ext uri="{BB962C8B-B14F-4D97-AF65-F5344CB8AC3E}">
        <p14:creationId xmlns:p14="http://schemas.microsoft.com/office/powerpoint/2010/main" val="8875074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5C9AA6-93C4-4C6A-A232-95B453EB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Experiment 4: r / 3-r split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494C93-68A0-4150-B007-BE02E830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When real noisy images are scarce, should they fit theta, train the U-Net, or both?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7C508A-5F92-442E-919F-990B82BC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28612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E14070-7AE5-455F-834F-70DE29A9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290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Uses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64D83E-82D3-484C-BC1E-588E7290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29051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r real non-clean images to fit theta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3-r real non-clean images for training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Clean + synthetic pairs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8E260E-5C71-41FF-A35A-189E1852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3286125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F2F9C5-148F-4E15-B51B-0739D203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29075"/>
            <a:ext cx="290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Skips or limits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EE8531-8587-47D7-89A2-4658A8DC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0075"/>
            <a:ext cx="2905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Avoids using the exact same real images for both theta fitting and direct U-Net training.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15F6B7-74F0-4620-A87F-BCCB64F9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24000"/>
            <a:ext cx="666750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F5056C-56CE-486D-B848-51A223B5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9545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What happens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695B6-3F2B-4DC7-8383-F3952376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76450"/>
            <a:ext cx="6286500" cy="3171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1. Split real non-clean images into two folders.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2. Fit theta using only the r-image folder.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3. Generate synthetic noisy pairs from that theta.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4. Train on clean + synthetic + the remaining 3-r real pairs.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This is the most careful comparison.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6684AA-4EAD-468A-BF73-BA1EA883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Output to compare: model.keras + metrics.json.</a:t>
            </a:r>
          </a:p>
        </p:txBody>
      </p:sp>
    </p:spTree>
    <p:extLst>
      <p:ext uri="{BB962C8B-B14F-4D97-AF65-F5344CB8AC3E}">
        <p14:creationId xmlns:p14="http://schemas.microsoft.com/office/powerpoint/2010/main" val="1757167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6ACA5C-F9DA-41B9-A4D6-C5133E50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Script cheat sheet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9A5E0-BB21-4732-BB01-2E84303A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5556C"/>
                </a:solidFill>
              </a:defRPr>
            </a:pPr>
            <a:r>
              <a:rPr sz="1500" b="0">
                <a:solidFill>
                  <a:srgbClr val="45556C"/>
                </a:solidFill>
              </a:rPr>
              <a:t>The scripts are thin command-line wrappers around the reusable experiment modules.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DA3B2-E964-43C3-B7C1-ACDEE18F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4953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D490AF-3FBE-4E79-901F-E23F1109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764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fit_noise.py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55188-6EFB-4D43-AD0C-CD3A99A0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57400"/>
            <a:ext cx="4572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Fits BO theta from clean + reference noisy images.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4A6069-D0B7-44EA-AD14-20040A65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4953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EF65CD-3F1B-40B7-B3F7-EDB91F75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051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generate_synthetic.py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68B8E1-80E7-4F71-B0E1-6FD65E5C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4572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Uses theta to make synthetic noisy image/mask pairs.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CD69C3-6749-416F-9D1E-BFC26AE0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4953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86928E-733F-4DD3-AE8C-BE1E3948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build_training_set.py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52A0C8-A066-4206-BE88-6D57E0AC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572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Copies selected clean/synthetic/real pairs into one staged folder.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537928-C08E-4883-8AD1-D4152032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04950"/>
            <a:ext cx="4953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403C92-AFCB-46F4-91AD-69166FEF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764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train_experiment.py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FD568F-3170-4D35-8C77-26366D1A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57400"/>
            <a:ext cx="4572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Builds the training set, patchifies it, and fine-tunes the U-Net.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119798-6D1F-4885-9FEF-371F7F7B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33650"/>
            <a:ext cx="4953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6985E8-0A54-4B89-AC2C-39499071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051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evaluate_experiment.py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1C1A0C-3A26-43FA-AEDB-C4F8CDAF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86100"/>
            <a:ext cx="4572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Loads a model and scores it on held-out image/mask pairs.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19E8E6-24F3-4DB6-952C-71F8B0CF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4953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D0EA32-F3E3-4790-8327-D2B9B9F5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338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run_experiment.py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407B97-A3A9-47DE-AB64-8932425E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14800"/>
            <a:ext cx="4572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Reads a JSON config and runs the whole recipe end-to-end.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70D042-5E49-4AA9-9DC7-4A348D99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53000"/>
            <a:ext cx="8572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EB2B5D-4850-4111-B210-9AA331F1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2445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How to run one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CF7C07-60A6-419A-BA14-70A0A293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0545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conda run -n segmenteverygrain python scripts/run_experiment.py --config experiments/configs/exp1_clean_synthetic.json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2D2B47-2FC4-40FB-85A6-E1B0C9C6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Use the segmenteverygrain conda environment for scipy/tensorflow.</a:t>
            </a:r>
          </a:p>
        </p:txBody>
      </p:sp>
    </p:spTree>
    <p:extLst>
      <p:ext uri="{BB962C8B-B14F-4D97-AF65-F5344CB8AC3E}">
        <p14:creationId xmlns:p14="http://schemas.microsoft.com/office/powerpoint/2010/main" val="859306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2026-07-10T08:26:34.8700000Z</dcterms:created>
  <dcterms:modified xsi:type="dcterms:W3CDTF">2026-07-10T08:26:34.8700000Z</dcterms:modified>
</coreProperties>
</file>