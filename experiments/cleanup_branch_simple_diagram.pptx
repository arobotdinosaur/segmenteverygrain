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e79c123e554dc6" /><Relationship Type="http://schemas.openxmlformats.org/officeDocument/2006/relationships/extended-properties" Target="/docProps/app.xml" Id="R77a21d5d7da24506" /><Relationship Type="http://schemas.openxmlformats.org/officeDocument/2006/relationships/officeDocument" Target="/ppt/presentation.xml" Id="R80bb25a146af43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e496fd0b144d6f"/>
  </p:sldMasterIdLst>
  <p:notesMasterIdLst>
    <p:notesMasterId xmlns:r="http://schemas.openxmlformats.org/officeDocument/2006/relationships" r:id="R913326a2c4e94569"/>
  </p:notesMasterIdLst>
  <p:sldIdLst>
    <p:sldId xmlns:r="http://schemas.openxmlformats.org/officeDocument/2006/relationships" id="256" r:id="R281dedc7774640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9d893c0c4d4ba1" /><Relationship Type="http://schemas.openxmlformats.org/officeDocument/2006/relationships/slideMaster" Target="/ppt/slideMasters/slideMaster1.xml" Id="R09e496fd0b144d6f" /><Relationship Type="http://schemas.openxmlformats.org/officeDocument/2006/relationships/notesMaster" Target="/ppt/notesMasters/notesMaster1.xml" Id="R913326a2c4e94569" /><Relationship Type="http://schemas.openxmlformats.org/officeDocument/2006/relationships/presProps" Target="/ppt/presProps.xml" Id="R503f605a2bc943ad" /><Relationship Type="http://schemas.openxmlformats.org/officeDocument/2006/relationships/tableStyles" Target="/ppt/tableStyles.xml" Id="Ra93c6267144940ab" /><Relationship Type="http://schemas.openxmlformats.org/officeDocument/2006/relationships/slide" Target="/ppt/slides/slide1.xml" Id="R281dedc7774640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2072f428b542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01d5e4331847dc" /><Relationship Type="http://schemas.openxmlformats.org/officeDocument/2006/relationships/notesMaster" Target="/ppt/notesMasters/notesMaster1.xml" Id="R8e4e5be16cd84f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e8100aa3e41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5221aa05a54227" /><Relationship Type="http://schemas.openxmlformats.org/officeDocument/2006/relationships/slideLayout" Target="/ppt/slideLayouts/slideLayout1.xml" Id="R898a20af8d7241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8a20af8d7241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1d85d25c04197" /><Relationship Type="http://schemas.openxmlformats.org/officeDocument/2006/relationships/image" Target="/ppt/media/image.png" Id="Rc3de5738c1634e58" /><Relationship Type="http://schemas.openxmlformats.org/officeDocument/2006/relationships/notesSlide" Target="/ppt/notesSlides/notesSlide1.xml" Id="Rf11c98eef82743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e5738c1634e58"/>
          <a:stretch xmlns:a="http://schemas.openxmlformats.org/drawingml/2006/main"/>
        </p:blipFill>
        <p:spPr>
          <a:xfrm xmlns:a="http://schemas.openxmlformats.org/drawingml/2006/main">
            <a:off x="1491856" y="171450"/>
            <a:ext cx="9208288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29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2026-07-10T08:18:55.0410000Z</dcterms:created>
  <dcterms:modified xsi:type="dcterms:W3CDTF">2026-07-10T08:18:55.0410000Z</dcterms:modified>
</coreProperties>
</file>